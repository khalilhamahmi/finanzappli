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5" r:id="rId4"/>
    <p:sldId id="266" r:id="rId5"/>
    <p:sldId id="269" r:id="rId6"/>
    <p:sldId id="261" r:id="rId7"/>
    <p:sldId id="267" r:id="rId8"/>
    <p:sldId id="268" r:id="rId9"/>
    <p:sldId id="259" r:id="rId10"/>
    <p:sldId id="262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926C00-861E-4BC8-D517-B9EFF2D0A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33C0E6-7345-BEFD-A1AE-0CB65AC90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0E008E-98AC-DDD2-BC03-F43395ACB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D6E24E-5F41-7809-FCDB-D896850F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7C65D2-8799-D8AE-931C-D0DB679D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9289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511FF4-A175-1F15-B986-83F012D4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C5D916-88A3-5741-B51C-F395C20B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6BBB91-A695-0935-2823-82E5E742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65304D-19EB-5223-5751-4745981C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5A0FFE-C0DF-9D5B-EC1C-207B496B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244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DB788F-AD5D-0EA3-031F-62C77304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09C90A-1052-AF3A-8E28-A6C9B66AD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109301-0DB4-6671-25BD-530A3DAE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E27CC3-B795-0A50-0DBB-A499C5BB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F55356-DAEE-56CA-4913-94E997B1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734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0BFF2-8775-192F-9223-0FFC2021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670DB3-9E90-468D-1123-C35BBD3B4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B65373-AE2E-1AE2-8696-166506983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1608F8-3725-FB2C-3625-BF3A44E4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567170-76B9-DBB7-1E4A-B303E338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B757B8-C4F8-0ED5-FAEF-DC1955F9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601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27D0E-50CC-655C-8D67-2E6F9B2D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190915-1351-F0EB-D6AF-241D11AA8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3052D8-CE79-8C4C-6BFE-9D03D2E1F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760FB8F-C26A-43AA-ADE1-1D162BD0B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5D42942-95D4-4B90-69F7-EA017ED18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4096F7C-E906-A873-858B-F975C472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E33461-689B-F2F7-6970-1C97ECD1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FF37D0F-3F03-903D-B605-A54E526D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01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F99BB1-4BFB-9C15-C8F1-0828201D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4C87242-A0B3-C1B5-1E9D-4341A39E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CDC7F0-3F6E-9C16-F5E0-C7B7352C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86FE6B-6CD4-3853-88E2-23F23EF2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4332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FB6D2C-1F00-F496-3792-34773360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887FB07-6863-B779-0284-315D3EA2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B6233B-CFC8-B645-A5C3-4E0B14A37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1588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AC55B7-8310-45C2-C9F8-9908EC40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BDE070-74E5-BC7B-9749-B47AEE20E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E6AA6B-A5E2-0479-3338-EF677456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C674D5-5076-F6CD-D81F-C39FA808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2C86BA-3CF0-C584-14F8-456257A1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B0E276-FE97-00E2-E6E8-1654E394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0155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A51B4-9035-D9B2-4775-C21D5663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F7099AD-292F-8122-D366-453584255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699BB3-AA86-1AFF-7E09-A3332CC4C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2A7766-7A50-2F62-3A39-857C1EFC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B23476-3EDE-12FF-5EAC-4F4D03A1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7E135C1-1ED1-8BB6-C0B3-A20D9AD7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2747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E75952-4362-121C-CD15-DCB4BBD4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24D8F8-CBB4-8278-B793-F36182EDE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F69C44-9078-B584-4B16-5372FF15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9E9AB5-2532-651D-D649-DE2AB69B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273FA0-EA24-8A55-6B51-61392A94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839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ED43996-D25E-75E2-694C-55E4A351C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8C2D9BA-2594-18A4-47E3-B6B765466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027C3-99FF-DF22-0367-91B8847E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C9A4B6-9108-5C69-AB56-67FA37B4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03169C-BEA0-5AB1-C084-C1717F6B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236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F13657D-FB25-C578-7AF4-2A03B452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84E633-41C0-77A5-2EA2-DC0F415F7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C97EAE-EB98-20DD-48BB-27B1375DD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98B8B-B45B-425E-AAA2-46BE0D9A8071}" type="datetimeFigureOut">
              <a:rPr lang="de-CH" smtClean="0"/>
              <a:t>19.06.2026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1FE04A-F35A-1FE8-6C3B-0962727BE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EB3653-54E9-DFA4-840C-890413F68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46961-D90E-44C3-8216-B70BB2201F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689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6A92A9A8-B48F-9FF8-D463-2D74ED8AB929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64EF1562-2C09-D59D-C585-97793C1B6956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DDDC499-C688-8A79-F8B3-B2FA7B73EE6B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26B8EBD-359E-1CE0-8230-2D5FFB1FC3C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85244" y="1008994"/>
            <a:ext cx="9231407" cy="3542047"/>
          </a:xfrm>
        </p:spPr>
        <p:txBody>
          <a:bodyPr anchorCtr="0"/>
          <a:lstStyle/>
          <a:p>
            <a:pPr lvl="0" algn="l"/>
            <a:r>
              <a:rPr lang="de-CH" sz="11500" dirty="0" err="1"/>
              <a:t>Finanzappli</a:t>
            </a:r>
            <a:endParaRPr lang="de-CH" sz="11500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FB37AC5E-8FA9-E194-1718-6DBBB94500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5244" y="4582817"/>
            <a:ext cx="7132338" cy="1312657"/>
          </a:xfrm>
        </p:spPr>
        <p:txBody>
          <a:bodyPr/>
          <a:lstStyle/>
          <a:p>
            <a:r>
              <a:rPr lang="de-CH" dirty="0"/>
              <a:t>Zoé, Khalil, Luka, Berat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D4CDE-2FAE-D698-62E9-75AF6497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663CC34B-9A4D-312C-A6EB-45951D51FBE2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F12DB7DB-4818-204F-245B-0230BBBAE927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9FC667-4D28-0755-A2C4-C6CEB16E91D0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D2FD5FB-3B77-8670-880B-94B2A8BB47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764" y="1188637"/>
            <a:ext cx="2988231" cy="4480724"/>
          </a:xfrm>
        </p:spPr>
        <p:txBody>
          <a:bodyPr/>
          <a:lstStyle/>
          <a:p>
            <a:pPr lvl="0" algn="ctr"/>
            <a:r>
              <a:rPr lang="de-CH" sz="2600" dirty="0"/>
              <a:t>Ausgangslage </a:t>
            </a: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F0857F16-9FEE-528A-D9B3-18ECF3A5062C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852867"/>
            <a:ext cx="0" cy="3236491"/>
          </a:xfrm>
          <a:prstGeom prst="straightConnector1">
            <a:avLst/>
          </a:prstGeom>
          <a:noFill/>
          <a:ln w="19046" cap="sq">
            <a:solidFill>
              <a:srgbClr val="404040"/>
            </a:solidFill>
            <a:prstDash val="solid"/>
            <a:miter/>
          </a:ln>
        </p:spPr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2C7639A-3605-E381-B629-A6566717473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55257" y="1648873"/>
            <a:ext cx="4702850" cy="3560262"/>
          </a:xfrm>
        </p:spPr>
        <p:txBody>
          <a:bodyPr anchor="ctr"/>
          <a:lstStyle/>
          <a:p>
            <a:pPr lvl="0"/>
            <a:r>
              <a:rPr lang="de-CH" sz="2400" dirty="0"/>
              <a:t>Wunsch, Budget zu kontrollieren</a:t>
            </a:r>
          </a:p>
          <a:p>
            <a:pPr lvl="0"/>
            <a:r>
              <a:rPr lang="de-CH" sz="2400" dirty="0"/>
              <a:t>Wunsch auf Übersicht</a:t>
            </a:r>
          </a:p>
          <a:p>
            <a:pPr lvl="0"/>
            <a:r>
              <a:rPr lang="de-CH" sz="2400" dirty="0"/>
              <a:t>Einfacher Weg</a:t>
            </a:r>
          </a:p>
          <a:p>
            <a:pPr marL="0" lvl="0" indent="0">
              <a:buNone/>
            </a:pPr>
            <a:r>
              <a:rPr lang="de-CH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3546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8FAA-81A8-B869-E1B0-1B45DB2A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4FE53886-43BF-5E75-9A03-7CA57A98A046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6F8F1474-DDC7-FCCE-BD49-741CF8E8500A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E68B7B8-4DCF-3991-36BC-289B61C18AE8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305E84E-9481-7564-F4CA-63865CF73D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764" y="1188637"/>
            <a:ext cx="2988231" cy="4480724"/>
          </a:xfrm>
        </p:spPr>
        <p:txBody>
          <a:bodyPr/>
          <a:lstStyle/>
          <a:p>
            <a:pPr lvl="0" algn="ctr"/>
            <a:r>
              <a:rPr lang="de-CH" sz="2600" dirty="0"/>
              <a:t>Ziele </a:t>
            </a: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D34FF807-2271-4D7C-4255-DC968FB7587E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852867"/>
            <a:ext cx="0" cy="3236491"/>
          </a:xfrm>
          <a:prstGeom prst="straightConnector1">
            <a:avLst/>
          </a:prstGeom>
          <a:noFill/>
          <a:ln w="19046" cap="sq">
            <a:solidFill>
              <a:srgbClr val="404040"/>
            </a:solidFill>
            <a:prstDash val="solid"/>
            <a:miter/>
          </a:ln>
        </p:spPr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A04408-BEC5-85B1-41E3-BBAC2D53BA0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55257" y="1648873"/>
            <a:ext cx="4702850" cy="3560262"/>
          </a:xfrm>
        </p:spPr>
        <p:txBody>
          <a:bodyPr anchor="ctr"/>
          <a:lstStyle/>
          <a:p>
            <a:pPr lvl="0"/>
            <a:r>
              <a:rPr lang="de-CH" sz="2400" dirty="0"/>
              <a:t>Ausgaben und einnahmen eingeben und tracken</a:t>
            </a:r>
          </a:p>
          <a:p>
            <a:pPr lvl="0"/>
            <a:r>
              <a:rPr lang="de-CH" sz="2400" dirty="0"/>
              <a:t>Übersichten haben in form von Grafiken</a:t>
            </a:r>
          </a:p>
          <a:p>
            <a:pPr lvl="0"/>
            <a:r>
              <a:rPr lang="de-CH" sz="2400" dirty="0"/>
              <a:t>Finanzstipps und andere Informationen überbringen</a:t>
            </a:r>
          </a:p>
        </p:txBody>
      </p:sp>
    </p:spTree>
    <p:extLst>
      <p:ext uri="{BB962C8B-B14F-4D97-AF65-F5344CB8AC3E}">
        <p14:creationId xmlns:p14="http://schemas.microsoft.com/office/powerpoint/2010/main" val="307763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DF76-5777-FFDB-1593-EA58DC6D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71C0A6BA-FD27-3C21-269E-C1D53414A020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2C66936E-4415-DD46-93C9-D63FAC5134AF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D82B858-E9F7-99F2-3B82-B9C6BF93FAF2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BF848A9-A194-C08B-313A-BB6FD3C66C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764" y="1188637"/>
            <a:ext cx="2988231" cy="4480724"/>
          </a:xfrm>
        </p:spPr>
        <p:txBody>
          <a:bodyPr/>
          <a:lstStyle/>
          <a:p>
            <a:pPr lvl="0" algn="ctr"/>
            <a:r>
              <a:rPr lang="de-CH" sz="2600" dirty="0"/>
              <a:t>Anforderungen </a:t>
            </a: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F899C7FA-7A97-AC25-C200-ADF64913DD23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852867"/>
            <a:ext cx="0" cy="3236491"/>
          </a:xfrm>
          <a:prstGeom prst="straightConnector1">
            <a:avLst/>
          </a:prstGeom>
          <a:noFill/>
          <a:ln w="19046" cap="sq">
            <a:solidFill>
              <a:srgbClr val="404040"/>
            </a:solidFill>
            <a:prstDash val="solid"/>
            <a:miter/>
          </a:ln>
        </p:spPr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A4CD75C-23A4-3EF6-A82C-3787AE55C72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55256" y="1648873"/>
            <a:ext cx="4910147" cy="3560262"/>
          </a:xfrm>
        </p:spPr>
        <p:txBody>
          <a:bodyPr anchor="ctr"/>
          <a:lstStyle/>
          <a:p>
            <a:pPr lvl="0"/>
            <a:r>
              <a:rPr lang="de-CH" sz="2400" dirty="0"/>
              <a:t>Registrieren und Login.</a:t>
            </a:r>
          </a:p>
          <a:p>
            <a:pPr lvl="0"/>
            <a:r>
              <a:rPr lang="de-CH" sz="2400" dirty="0"/>
              <a:t>Einkommen und Ausgaben speichern.</a:t>
            </a:r>
          </a:p>
          <a:p>
            <a:pPr lvl="0"/>
            <a:r>
              <a:rPr lang="de-CH" sz="2400" dirty="0"/>
              <a:t>Finanztipps geben.</a:t>
            </a:r>
          </a:p>
          <a:p>
            <a:pPr lvl="0"/>
            <a:r>
              <a:rPr lang="de-CH" sz="2400" dirty="0"/>
              <a:t>Einkommen und Ausgaben sortieren/filtern.</a:t>
            </a:r>
          </a:p>
          <a:p>
            <a:pPr lvl="0"/>
            <a:r>
              <a:rPr lang="de-CH" sz="2400" dirty="0"/>
              <a:t>Übersichtlichkeit durch Grafiken.</a:t>
            </a:r>
          </a:p>
        </p:txBody>
      </p:sp>
    </p:spTree>
    <p:extLst>
      <p:ext uri="{BB962C8B-B14F-4D97-AF65-F5344CB8AC3E}">
        <p14:creationId xmlns:p14="http://schemas.microsoft.com/office/powerpoint/2010/main" val="261216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ADDC9-B29A-5014-FB94-1A0D7112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EDF93689-D9E6-2557-1DD1-F4971D5B7743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8B1CE0B2-DA3B-C501-BF4B-78AD4DACBB05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9AD2AAC-1149-02D9-39B5-2DBE5A182BFF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0FECB91-BEC8-12FE-9DED-4CE1A0250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764" y="1188637"/>
            <a:ext cx="2988231" cy="4480724"/>
          </a:xfrm>
        </p:spPr>
        <p:txBody>
          <a:bodyPr/>
          <a:lstStyle/>
          <a:p>
            <a:pPr lvl="0" algn="ctr"/>
            <a:r>
              <a:rPr lang="de-CH" sz="2600" dirty="0"/>
              <a:t>Lösungen</a:t>
            </a: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ECAB4F49-3C07-C461-03A9-C6195479A5A6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852867"/>
            <a:ext cx="0" cy="3236491"/>
          </a:xfrm>
          <a:prstGeom prst="straightConnector1">
            <a:avLst/>
          </a:prstGeom>
          <a:noFill/>
          <a:ln w="19046" cap="sq">
            <a:solidFill>
              <a:srgbClr val="404040"/>
            </a:solidFill>
            <a:prstDash val="solid"/>
            <a:miter/>
          </a:ln>
        </p:spPr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5EC56F9-0824-77C4-3A2C-03B437A5577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55256" y="1648873"/>
            <a:ext cx="4910147" cy="3560262"/>
          </a:xfrm>
        </p:spPr>
        <p:txBody>
          <a:bodyPr anchor="ctr"/>
          <a:lstStyle/>
          <a:p>
            <a:pPr lvl="0"/>
            <a:r>
              <a:rPr lang="de-CH" sz="2400" dirty="0"/>
              <a:t>DB mit Docker für die Datenspeicherung (schon Erfahrung, zur zeit der Planung das einzige, was wir wirklich kennengelernt haben)</a:t>
            </a:r>
          </a:p>
          <a:p>
            <a:pPr lvl="0"/>
            <a:r>
              <a:rPr lang="de-CH" sz="2400" dirty="0"/>
              <a:t>Vue: schnell, viel Erfahrung und leichte Integration von Funktionen</a:t>
            </a:r>
          </a:p>
          <a:p>
            <a:pPr lvl="0"/>
            <a:endParaRPr lang="de-CH" sz="2400" dirty="0"/>
          </a:p>
        </p:txBody>
      </p:sp>
    </p:spTree>
    <p:extLst>
      <p:ext uri="{BB962C8B-B14F-4D97-AF65-F5344CB8AC3E}">
        <p14:creationId xmlns:p14="http://schemas.microsoft.com/office/powerpoint/2010/main" val="90487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670862A4-F9C8-FB17-B78F-E7E41FF8B923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FCAB317C-EFA6-F686-9815-05160FFAC124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F2E2CC9-660F-29A7-B414-4B854C8FD614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5852753-1D09-CA05-581D-C0398648F6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764" y="1188637"/>
            <a:ext cx="2988231" cy="4480724"/>
          </a:xfrm>
        </p:spPr>
        <p:txBody>
          <a:bodyPr/>
          <a:lstStyle/>
          <a:p>
            <a:pPr lvl="0" algn="r"/>
            <a:r>
              <a:rPr lang="de-CH" sz="2600"/>
              <a:t>Herausforderungen </a:t>
            </a: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362ACCCF-77F8-37B7-63D5-ABE25491B5AE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852867"/>
            <a:ext cx="0" cy="3236491"/>
          </a:xfrm>
          <a:prstGeom prst="straightConnector1">
            <a:avLst/>
          </a:prstGeom>
          <a:noFill/>
          <a:ln w="19046" cap="sq">
            <a:solidFill>
              <a:srgbClr val="404040"/>
            </a:solidFill>
            <a:prstDash val="solid"/>
            <a:miter/>
          </a:ln>
        </p:spPr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A738332-DF73-8023-3013-CE83318C8A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55257" y="1648873"/>
            <a:ext cx="4702850" cy="3560262"/>
          </a:xfrm>
        </p:spPr>
        <p:txBody>
          <a:bodyPr anchor="ctr"/>
          <a:lstStyle/>
          <a:p>
            <a:pPr lvl="0"/>
            <a:r>
              <a:rPr lang="de-CH" sz="2400" dirty="0"/>
              <a:t>Mangel an Zeit für die Umsetzung (Risiko)</a:t>
            </a:r>
          </a:p>
          <a:p>
            <a:pPr lvl="0"/>
            <a:r>
              <a:rPr lang="de-CH" sz="2400" dirty="0"/>
              <a:t> zu viele Personen</a:t>
            </a:r>
          </a:p>
          <a:p>
            <a:pPr lvl="0"/>
            <a:r>
              <a:rPr lang="de-CH" sz="2400" dirty="0"/>
              <a:t>Probleme mit Docker (Erfahrung aus anderen Projekten)</a:t>
            </a:r>
          </a:p>
          <a:p>
            <a:pPr marL="0" lvl="0" indent="0">
              <a:buNone/>
            </a:pPr>
            <a:r>
              <a:rPr lang="de-CH" sz="2400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8335-AD82-85AA-79D6-8C292AE3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B036593D-1EDE-354B-90CE-F7B705157920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27C01762-7EE8-6060-F506-46EA408C5762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3773589-4E6D-9971-D4C8-58BD3E4CBD17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60B977D-B96A-ABB9-74E1-0F4585F299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764" y="1188637"/>
            <a:ext cx="2988231" cy="4480724"/>
          </a:xfrm>
        </p:spPr>
        <p:txBody>
          <a:bodyPr/>
          <a:lstStyle/>
          <a:p>
            <a:pPr lvl="0" algn="ctr"/>
            <a:r>
              <a:rPr lang="de-CH" sz="2600" dirty="0"/>
              <a:t>Massnahmen </a:t>
            </a: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EA1C2DDB-2569-8A2A-6B2C-30579171BFAA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852867"/>
            <a:ext cx="0" cy="3236491"/>
          </a:xfrm>
          <a:prstGeom prst="straightConnector1">
            <a:avLst/>
          </a:prstGeom>
          <a:noFill/>
          <a:ln w="19046" cap="sq">
            <a:solidFill>
              <a:srgbClr val="404040"/>
            </a:solidFill>
            <a:prstDash val="solid"/>
            <a:miter/>
          </a:ln>
        </p:spPr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45FB184-BF0F-81A9-A0CF-71FBC347759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44598" y="1852867"/>
            <a:ext cx="4702850" cy="3560262"/>
          </a:xfrm>
        </p:spPr>
        <p:txBody>
          <a:bodyPr anchor="ctr"/>
          <a:lstStyle/>
          <a:p>
            <a:pPr lvl="0"/>
            <a:r>
              <a:rPr lang="de-CH" sz="2400" dirty="0"/>
              <a:t>Wer fertig ist, hilft</a:t>
            </a:r>
          </a:p>
          <a:p>
            <a:pPr lvl="0"/>
            <a:r>
              <a:rPr lang="de-CH" sz="2400" dirty="0"/>
              <a:t> Arbeit sinnvoll einteilen</a:t>
            </a:r>
          </a:p>
          <a:p>
            <a:pPr lvl="0"/>
            <a:r>
              <a:rPr lang="de-CH" sz="2400" dirty="0"/>
              <a:t>Docker ersetzen durch </a:t>
            </a:r>
            <a:r>
              <a:rPr lang="de-CH" sz="2400" dirty="0" err="1"/>
              <a:t>supabase</a:t>
            </a:r>
            <a:r>
              <a:rPr lang="de-CH" sz="2400" dirty="0"/>
              <a:t> (neu aber bereits Erfahrung)</a:t>
            </a:r>
          </a:p>
          <a:p>
            <a:pPr marL="0" lvl="0" indent="0">
              <a:buNone/>
            </a:pPr>
            <a:r>
              <a:rPr lang="de-CH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251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E52F-1A98-F63B-EE13-66203ACC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0DDBED9D-922E-C02E-F5A1-16D139CDC65F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961F67FA-CD5B-DE30-979A-BA5F5BE96A87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5FCD9A4-F126-EE7F-CEA9-229ED7FC8135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13525A62-D899-A73B-D883-962C91D30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764" y="1188637"/>
            <a:ext cx="2988231" cy="4480724"/>
          </a:xfrm>
        </p:spPr>
        <p:txBody>
          <a:bodyPr/>
          <a:lstStyle/>
          <a:p>
            <a:pPr lvl="0" algn="r"/>
            <a:r>
              <a:rPr lang="de-CH" sz="2600" dirty="0"/>
              <a:t>Projektziele erreicht?</a:t>
            </a: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6254D8AA-8ABC-3FED-CB05-3CAF5AAB5BAC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852867"/>
            <a:ext cx="0" cy="3236491"/>
          </a:xfrm>
          <a:prstGeom prst="straightConnector1">
            <a:avLst/>
          </a:prstGeom>
          <a:noFill/>
          <a:ln w="19046" cap="sq">
            <a:solidFill>
              <a:srgbClr val="404040"/>
            </a:solidFill>
            <a:prstDash val="solid"/>
            <a:miter/>
          </a:ln>
        </p:spPr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CB0CCD3-E1F3-438E-9DC0-70FC51B865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55257" y="1648873"/>
            <a:ext cx="4702850" cy="3560262"/>
          </a:xfrm>
        </p:spPr>
        <p:txBody>
          <a:bodyPr anchor="ctr"/>
          <a:lstStyle/>
          <a:p>
            <a:pPr lvl="0"/>
            <a:r>
              <a:rPr lang="de-CH" sz="2400" dirty="0"/>
              <a:t>Alle Projektziele wurden erreicht.</a:t>
            </a:r>
          </a:p>
          <a:p>
            <a:pPr lvl="0"/>
            <a:r>
              <a:rPr lang="de-CH" sz="2400" dirty="0"/>
              <a:t>Zeitlich schneller fertig als geplant. (wesentlich durch DB)</a:t>
            </a:r>
          </a:p>
          <a:p>
            <a:pPr lvl="0"/>
            <a:endParaRPr lang="de-CH" sz="2400" dirty="0"/>
          </a:p>
        </p:txBody>
      </p:sp>
    </p:spTree>
    <p:extLst>
      <p:ext uri="{BB962C8B-B14F-4D97-AF65-F5344CB8AC3E}">
        <p14:creationId xmlns:p14="http://schemas.microsoft.com/office/powerpoint/2010/main" val="2850415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98C6C177-E09A-D31F-3221-B74E3FCCE861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C069A27E-AAE9-A96E-FF98-1524095F4D5A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4F4DFB1-AA0C-C54C-9DCB-8ECD080C9834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2CDD104-2C87-5D7F-48CF-7E5A89BDE1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764" y="1188637"/>
            <a:ext cx="2988231" cy="4480724"/>
          </a:xfrm>
        </p:spPr>
        <p:txBody>
          <a:bodyPr/>
          <a:lstStyle/>
          <a:p>
            <a:pPr lvl="0" algn="r"/>
            <a:r>
              <a:rPr lang="de-CH" sz="2600"/>
              <a:t>Was würde wir nächstes Mal andres machen</a:t>
            </a: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4677DFC2-BFAF-DA21-A9AC-3A92F5C9C34C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4296" y="1852867"/>
            <a:ext cx="0" cy="3236491"/>
          </a:xfrm>
          <a:prstGeom prst="straightConnector1">
            <a:avLst/>
          </a:prstGeom>
          <a:noFill/>
          <a:ln w="19046" cap="sq">
            <a:solidFill>
              <a:srgbClr val="404040"/>
            </a:solidFill>
            <a:prstDash val="solid"/>
            <a:miter/>
          </a:ln>
        </p:spPr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B67C66-1D4D-B13D-E3AF-C6060F5CDF6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55257" y="1648873"/>
            <a:ext cx="4702850" cy="3560262"/>
          </a:xfrm>
        </p:spPr>
        <p:txBody>
          <a:bodyPr anchor="ctr"/>
          <a:lstStyle/>
          <a:p>
            <a:pPr lvl="0"/>
            <a:r>
              <a:rPr lang="de-CH" sz="2400" dirty="0"/>
              <a:t>Die Dokumentation sauberer machen</a:t>
            </a:r>
          </a:p>
          <a:p>
            <a:pPr lvl="0"/>
            <a:r>
              <a:rPr lang="de-CH" sz="2400" dirty="0"/>
              <a:t>Besser Aufgaben Verteilung (mit den Informationen von jetzt)</a:t>
            </a:r>
          </a:p>
          <a:p>
            <a:pPr lvl="0"/>
            <a:r>
              <a:rPr lang="de-CH" sz="2400" dirty="0"/>
              <a:t>Mehr miteinander kommunizieren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CD45BE9A-649C-21CC-9552-EA9104CD691A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F5F17655-B928-022C-CDDE-E0F13E79548C}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*/ f7 f0 1"/>
              <a:gd name="f14" fmla="*/ f8 f0 1"/>
              <a:gd name="f15" fmla="*/ f9 f0 1"/>
              <a:gd name="f16" fmla="?: f10 f3 1"/>
              <a:gd name="f17" fmla="?: f11 f4 1"/>
              <a:gd name="f18" fmla="?: f12 f5 1"/>
              <a:gd name="f19" fmla="*/ f13 1 f2"/>
              <a:gd name="f20" fmla="*/ f14 1 f2"/>
              <a:gd name="f21" fmla="*/ f15 1 f2"/>
              <a:gd name="f22" fmla="*/ f16 1 21600"/>
              <a:gd name="f23" fmla="*/ f17 1 21600"/>
              <a:gd name="f24" fmla="*/ 21600 f16 1"/>
              <a:gd name="f25" fmla="*/ 21600 f17 1"/>
              <a:gd name="f26" fmla="+- f19 0 f1"/>
              <a:gd name="f27" fmla="+- f20 0 f1"/>
              <a:gd name="f28" fmla="+- f21 0 f1"/>
              <a:gd name="f29" fmla="min f23 f22"/>
              <a:gd name="f30" fmla="*/ f24 1 f18"/>
              <a:gd name="f31" fmla="*/ f25 1 f18"/>
              <a:gd name="f32" fmla="val f30"/>
              <a:gd name="f33" fmla="val f31"/>
              <a:gd name="f34" fmla="*/ f6 f29 1"/>
              <a:gd name="f35" fmla="+- f33 0 f6"/>
              <a:gd name="f36" fmla="+- f32 0 f6"/>
              <a:gd name="f37" fmla="*/ f33 f29 1"/>
              <a:gd name="f38" fmla="*/ f32 f29 1"/>
              <a:gd name="f39" fmla="*/ f35 1 2"/>
              <a:gd name="f40" fmla="*/ f36 1 2"/>
              <a:gd name="f41" fmla="*/ f36 1 12"/>
              <a:gd name="f42" fmla="*/ f35 7 1"/>
              <a:gd name="f43" fmla="*/ f36 7 1"/>
              <a:gd name="f44" fmla="*/ f35 11 1"/>
              <a:gd name="f45" fmla="+- f6 f39 0"/>
              <a:gd name="f46" fmla="+- f6 f40 0"/>
              <a:gd name="f47" fmla="*/ f42 1 12"/>
              <a:gd name="f48" fmla="*/ f43 1 12"/>
              <a:gd name="f49" fmla="*/ f44 1 12"/>
              <a:gd name="f50" fmla="*/ f41 f29 1"/>
              <a:gd name="f51" fmla="*/ f47 f29 1"/>
              <a:gd name="f52" fmla="*/ f48 f29 1"/>
              <a:gd name="f53" fmla="*/ f49 f29 1"/>
              <a:gd name="f54" fmla="*/ f46 f29 1"/>
              <a:gd name="f55" fmla="*/ f45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34" y="f34"/>
              </a:cxn>
              <a:cxn ang="f27">
                <a:pos x="f34" y="f37"/>
              </a:cxn>
              <a:cxn ang="f27">
                <a:pos x="f38" y="f37"/>
              </a:cxn>
              <a:cxn ang="f28">
                <a:pos x="f54" y="f55"/>
              </a:cxn>
            </a:cxnLst>
            <a:rect l="f50" t="f51" r="f52" b="f53"/>
            <a:pathLst>
              <a:path>
                <a:moveTo>
                  <a:pt x="f34" y="f37"/>
                </a:moveTo>
                <a:lnTo>
                  <a:pt x="f34" y="f34"/>
                </a:lnTo>
                <a:lnTo>
                  <a:pt x="f38" y="f37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75241B1-F129-1C5B-EF41-59F1B26E2E55}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2D71B1E-9F1E-223C-8909-7545383E35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4" y="1008994"/>
            <a:ext cx="9231407" cy="1400833"/>
          </a:xfrm>
        </p:spPr>
        <p:txBody>
          <a:bodyPr anchor="b">
            <a:normAutofit fontScale="90000"/>
          </a:bodyPr>
          <a:lstStyle/>
          <a:p>
            <a:pPr lvl="0"/>
            <a:r>
              <a:rPr lang="en-US" sz="5400"/>
              <a:t>Demonstration</a:t>
            </a:r>
            <a:r>
              <a:rPr lang="en-US" sz="104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Breitbild</PresentationFormat>
  <Paragraphs>38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</vt:lpstr>
      <vt:lpstr>Finanzappli</vt:lpstr>
      <vt:lpstr>Ausgangslage </vt:lpstr>
      <vt:lpstr>Ziele </vt:lpstr>
      <vt:lpstr>Anforderungen </vt:lpstr>
      <vt:lpstr>Lösungen</vt:lpstr>
      <vt:lpstr>Herausforderungen </vt:lpstr>
      <vt:lpstr>Massnahmen </vt:lpstr>
      <vt:lpstr>Projektziele erreicht?</vt:lpstr>
      <vt:lpstr>Was würde wir nächstes Mal andres machen</vt:lpstr>
      <vt:lpstr>Demonstration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FMZ; Vucer Luka</dc:creator>
  <cp:lastModifiedBy>FMZ; Vucer Luka</cp:lastModifiedBy>
  <cp:revision>46</cp:revision>
  <dcterms:created xsi:type="dcterms:W3CDTF">2026-06-18T21:28:41Z</dcterms:created>
  <dcterms:modified xsi:type="dcterms:W3CDTF">2026-06-19T07:52:24Z</dcterms:modified>
</cp:coreProperties>
</file>